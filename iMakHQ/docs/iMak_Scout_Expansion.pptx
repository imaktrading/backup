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メルカリスカウト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BC9C"/>
                </a:solidFill>
              </a:defRPr>
            </a:pPr>
            <a:r>
              <a:t>全カテゴリ展開計画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TCGで実証済みの仕入自動化を</a:t>
            </a:r>
            <a:br/>
            <a:r>
              <a:t>アパレル・G-SHOCK・一番くじに展開する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CC71"/>
                </a:solidFill>
              </a:defRPr>
            </a:pPr>
            <a:r>
              <a:t>現在: TCG (PSA鑑定) — 実証済み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メルカリ検索</a:t>
            </a:r>
            <a:br/>
            <a:r>
              <a:t>PSA10 x シングル</a:t>
            </a:r>
            <a:br/>
            <a:r>
              <a:t>x 日本語版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1371600"/>
            <a:ext cx="2743200" cy="13716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画像解析</a:t>
            </a:r>
            <a:br/>
            <a:r>
              <a:t>(Claude API)</a:t>
            </a:r>
            <a:br/>
            <a:r>
              <a:t>「PSA番号を読め」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371600"/>
            <a:ext cx="274320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eBay検索</a:t>
            </a:r>
            <a:br/>
            <a:r>
              <a:t>PSA番号で照合</a:t>
            </a:r>
            <a:br/>
            <a:r>
              <a:t>→ 確実にヒット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07040" y="1371600"/>
            <a:ext cx="2743200" cy="1371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GATE判定</a:t>
            </a:r>
            <a:br/>
            <a:r>
              <a:t>GO → 仕入候補</a:t>
            </a:r>
            <a:br/>
            <a:r>
              <a:t>NO-GO → スキップ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ポイント: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・PSA番号 = 世界でユニークなID → eBay検索が確実にヒットする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・画像にPSAラベルが写っている → Claude APIで番号を読み取れる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・PSA番号 → PSAサイト → 公式DB → Item Specifics全自動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03520"/>
            <a:ext cx="13716000" cy="1371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テスト実績: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・15件巡回 → PSA番号読取 93%成功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・GO 3件発見 (最大利益¥60,290)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852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・画像解析コスト: ¥24/回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・キャッシュで2回目以降コスト¥0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74C3C"/>
                </a:solidFill>
              </a:defRPr>
            </a:pPr>
            <a:r>
              <a:t>課題: なぜTCG以外に展開できていないか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TCGが成功した理由: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64008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PSA番号 = ユニークID</a:t>
            </a:r>
            <a:br/>
            <a:r>
              <a:t>画像から確実に読み取れる</a:t>
            </a:r>
            <a:br/>
            <a:r>
              <a:t>eBay検索で1発ヒット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</a:defRPr>
            </a:pPr>
            <a:r>
              <a:t>他カテゴリの問題: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228600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アパレル</a:t>
            </a:r>
            <a:br/>
            <a:r>
              <a:t>(Porter/montbell)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PSA番号がない</a:t>
            </a:r>
            <a:br/>
            <a:r>
              <a:t>タグに型番がないことも多い</a:t>
            </a:r>
            <a:br/>
            <a:r>
              <a:t>同一モデルでも色・サイズ違いで価格が変わる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9319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</a:defRPr>
            </a:pPr>
            <a:r>
              <a:t>画像から何を読み取る？</a:t>
            </a:r>
            <a:br/>
            <a:r>
              <a:t>型番？ブランド名？商品名？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212080"/>
            <a:ext cx="228600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G-SHOCK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PSA番号がない</a:t>
            </a:r>
            <a:br/>
            <a:r>
              <a:t>型番 (GA-2100等) はタグに記載</a:t>
            </a:r>
            <a:br/>
            <a:r>
              <a:t>メルカリタイトルにも型番が入りやすい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3035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</a:defRPr>
            </a:pPr>
            <a:r>
              <a:t>型番があればeBay検索は容易</a:t>
            </a:r>
            <a:br/>
            <a:r>
              <a:t>画像からの読取精度が課題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583680"/>
            <a:ext cx="228600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一番くじ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66751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PSA番号がない</a:t>
            </a:r>
            <a:br/>
            <a:r>
              <a:t>景品名+キャラ名で特定</a:t>
            </a:r>
            <a:br/>
            <a:r>
              <a:t>「A賞」「ラストワン」等の用語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6751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</a:defRPr>
            </a:pPr>
            <a:r>
              <a:t>景品名の日本語→英語変換が必要</a:t>
            </a:r>
            <a:br/>
            <a:r>
              <a:t>同一景品の状態差で価格変動大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解決策: Claude APIの画像解析を汎用化する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BC9C"/>
                </a:solidFill>
              </a:defRPr>
            </a:pPr>
            <a:r>
              <a:t>共通アーキテクチャ: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2743200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メルカリ商品画像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737360"/>
            <a:ext cx="4114800" cy="914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Claude API</a:t>
            </a:r>
            <a:br/>
            <a:r>
              <a:t>「この商品を特定して」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1737360"/>
            <a:ext cx="27432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eBay検索</a:t>
            </a:r>
            <a:br/>
            <a:r>
              <a:t>特定結果で照合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978640" y="1737360"/>
            <a:ext cx="228600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GATE判定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カテゴリ別: Claude APIに「何を読み取るか」を変えるだけ: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182880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TCG (現在)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3657600"/>
            <a:ext cx="36576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「PSA認定番号を読み取れ」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94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3657600"/>
            <a:ext cx="32004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PSA #142490884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794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0" y="3657600"/>
            <a:ext cx="36576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PSA 10 142490884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182880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G-SHOCK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4663440"/>
            <a:ext cx="36576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「G-SHOCKの型番を読み取れ」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663440"/>
            <a:ext cx="32004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GA-2100-1A1JF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800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0" y="4663440"/>
            <a:ext cx="36576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G-SHOCK GA-2100 PSA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69280"/>
            <a:ext cx="182880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アパレル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5669280"/>
            <a:ext cx="36576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「ブランド・商品名・型番を</a:t>
            </a:r>
            <a:br/>
            <a:r>
              <a:t>読み取れ」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806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5669280"/>
            <a:ext cx="32004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montbell Thunder Pass</a:t>
            </a:r>
            <a:br/>
            <a:r>
              <a:t>#1128344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806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0" y="5669280"/>
            <a:ext cx="36576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montbell Thunder Pass</a:t>
            </a:r>
            <a:br/>
            <a:r>
              <a:t>Jacket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675120"/>
            <a:ext cx="182880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一番くじ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6675120"/>
            <a:ext cx="36576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「一番くじの景品名・キャラ名</a:t>
            </a:r>
            <a:br/>
            <a:r>
              <a:t>を読み取れ」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6812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6675120"/>
            <a:ext cx="32004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ワンピース A賞</a:t>
            </a:r>
            <a:br/>
            <a:r>
              <a:t>ルフィ フィギュア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812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07040" y="6675120"/>
            <a:ext cx="365760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Ichiban Kuji One Piece</a:t>
            </a:r>
            <a:br/>
            <a:r>
              <a:t>Luffy Figure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カテゴリ別 実装計画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G-SHOCK — 難易度: 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・型番がタグ・裏蓋に必ず印字されている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019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・メルカリタイトルにも型番が含まれることが多い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942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・Claude API: 「型番を読み取れ」→ GA-2100-1A1JF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・eBay: 「G-SHOCK GA-2100」で検索 → ヒット率高い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443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・CASIO公式サイトでスペック確認可能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097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</a:defRPr>
            </a:pPr>
            <a:r>
              <a:t>アパレル — 難易度: 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554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・型番がタグにないことがある（今朝のクレーム）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9019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・ブランド名 + 商品名 + 色 + サイズで特定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24942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・Claude API: 「ブランド・型番・サイズを読み取れ」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9689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・eBay: 「montbell jacket [色] [サイズ]」で検索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9443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・同一商品でも状態差で価格が変わる → 精度課題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</a:defRPr>
            </a:pPr>
            <a:r>
              <a:t>一番くじ — 難易度: 中高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・景品名 + キャラ名 + 賞 (A賞/ラストワン等) で特定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793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・日本語→英語の変換が必要（キャラ名・作品名）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2686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・Claude API: 「景品名・キャラ・賞を読み取れ」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7433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・eBay: 「Ichiban Kuji [作品] [キャラ] [賞]」で検索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218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・箱出し未開封 vs 開封品で価格差大 → 状態判定が課題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474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展開優先順位: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4023360"/>
            <a:ext cx="91440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4023360"/>
            <a:ext cx="182880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G-SHOCK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4069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型番が確実に取れる。最も成功率が高い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4663440"/>
            <a:ext cx="9144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663440"/>
            <a:ext cx="182880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一番くじ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709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景品名+キャラ名で特定可能。市場も大きい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5303520"/>
            <a:ext cx="9144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5303520"/>
            <a:ext cx="182880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アパレル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5349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型番なしの場合が多く、検索精度に課題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実装ステップ: 何を変えるか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mercari_scout.py の変更箇所: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37160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737360"/>
            <a:ext cx="27432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画像解析プロンプトの汎用化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8288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現在: 「PSA番号を読み取れ」固定</a:t>
            </a:r>
            <a:br/>
            <a:r>
              <a:t>変更: カテゴリに応じてプロンプトを切替</a:t>
            </a:r>
            <a:br/>
            <a:r>
              <a:t>  TCG → PSA番号 / G-SHOCK → 型番 / アパレル → ブランド+商品名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58800" y="2011679"/>
            <a:ext cx="109728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工数:小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37160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3108960"/>
            <a:ext cx="27432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eBay検索クエリの汎用化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2004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現在: 「PSA 10 [cert番号]」固定</a:t>
            </a:r>
            <a:br/>
            <a:r>
              <a:t>変更: カテゴリに応じて検索クエリを生成</a:t>
            </a:r>
            <a:br/>
            <a:r>
              <a:t>  G-SHOCK → 「G-SHOCK [型番]」/ アパレル → 「[ブランド] [商品名]」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0" y="3383279"/>
            <a:ext cx="109728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工数:小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137160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4480560"/>
            <a:ext cx="27432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search_urls.txt にカテゴリタグ追加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5720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現在: URLだけ</a:t>
            </a:r>
            <a:br/>
            <a:r>
              <a:t>変更: 「# [category:gshock]」のようなタグを追加</a:t>
            </a:r>
            <a:br/>
            <a:r>
              <a:t>  → カテゴリに応じて画像解析とeBay検索を切替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0" y="4754880"/>
            <a:ext cx="109728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工数:小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852160"/>
            <a:ext cx="137160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5852160"/>
            <a:ext cx="27432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GATE判定パラメータのカテゴリ対応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943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現在: TCG固定 (FVF 13.25%, 送料¥2,000)</a:t>
            </a:r>
            <a:br/>
            <a:r>
              <a:t>変更: カテゴリごとに FVF・送料を切替</a:t>
            </a:r>
            <a:br/>
            <a:r>
              <a:t>  アパレル → FVF 15.3% / 一番くじ → 送料¥2,500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0" y="6126480"/>
            <a:ext cx="109728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工数:小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73152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</a:defRPr>
            </a:pPr>
            <a:r>
              <a:t>全て「小」工数。既存のインフラ（eBay API、GATE判定、キャッシュ）はそのまま使える。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完成後の姿: 全カテゴリ自動仕入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BC9C"/>
                </a:solidFill>
              </a:defRPr>
            </a:pPr>
            <a:r>
              <a:t>search_urls.txt に検索条件を1行追加するだけ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11887200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# search_urls.txt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645920" y="256032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# [category:tcg] ワンピースカード PSA10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4320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BC9C"/>
                </a:solidFill>
              </a:defRPr>
            </a:pPr>
            <a:r>
              <a:t>https://jp.mercari.com/search?category_id=1409&amp;...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260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645920" y="310896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# [category:tcg] ドラゴンボール PSA10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BC9C"/>
                </a:solidFill>
              </a:defRPr>
            </a:pPr>
            <a:r>
              <a:t>https://jp.mercari.com/search?category_id=10861&amp;...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7472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645920" y="365760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# [category:gshock] G-SHOCK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8404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BC9C"/>
                </a:solidFill>
              </a:defRPr>
            </a:pPr>
            <a:r>
              <a:t>https://jp.mercari.com/search?keyword=G-SHOCK&amp;...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2336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645920" y="420624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# [category:apparel] montbell ジャケット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38912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BC9C"/>
                </a:solidFill>
              </a:defRPr>
            </a:pPr>
            <a:r>
              <a:t>https://jp.mercari.com/search?keyword=montbell&amp;...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7200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645920" y="47548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39C12"/>
                </a:solidFill>
              </a:defRPr>
            </a:pPr>
            <a:r>
              <a:t># [category:ichiban] 一番くじ ワンピース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93776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BC9C"/>
                </a:solidFill>
              </a:defRPr>
            </a:pPr>
            <a:r>
              <a:t>https://jp.mercari.com/search?keyword=一番くじ+ワンピース&amp;...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371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</a:defRPr>
            </a:pPr>
            <a:r>
              <a:t>python mercari_scout.py</a:t>
            </a:r>
            <a:br/>
            <a:r>
              <a:t>→ 全カテゴリを自動巡回 → 仕入GOリストを出力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実証済み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TCG (PSA鑑定) でメルカリスカウトが稼働</a:t>
            </a:r>
            <a:br/>
            <a:r>
              <a:t>15件巡回 → GO 3件発見 → 最大利益¥60,290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68880"/>
            <a:ext cx="2286000" cy="10058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展開方針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Claude APIの画像解析プロンプトを</a:t>
            </a:r>
            <a:br/>
            <a:r>
              <a:t>カテゴリごとに切り替えるだけ</a:t>
            </a:r>
            <a:br/>
            <a:r>
              <a:t>既存インフラはそのまま流用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2286000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優先順位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84047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G-SHOCK (型番確実) → 一番くじ (景品名特定可)</a:t>
            </a:r>
            <a:br/>
            <a:r>
              <a:t>→ アパレル (型番なしの課題あり)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029199"/>
            <a:ext cx="228600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工数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1206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全Step「小」工数</a:t>
            </a:r>
            <a:br/>
            <a:r>
              <a:t>プロンプト変更 + 検索クエリ変更 + カテゴリタグ追加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309359"/>
            <a:ext cx="2286000" cy="10058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最終形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640079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search_urls.txtに1行追加 = 新カテゴリ参入</a:t>
            </a:r>
            <a:br/>
            <a:r>
              <a:t>人間は「何を売りたいか」だけ決める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