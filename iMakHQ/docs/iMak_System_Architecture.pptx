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iMak Trading Japan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</a:defRPr>
            </a:pPr>
            <a:r>
              <a:t>System Architecture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</a:defRPr>
            </a:pPr>
            <a:r>
              <a:t>2026-04-14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BC9C"/>
                </a:solidFill>
              </a:defRPr>
            </a:pPr>
            <a:r>
              <a:t>仕入発見 → 選定 → 価格設定 → 品質チェック → 出品</a:t>
            </a:r>
            <a:br/>
            <a:r>
              <a:t>の全工程を自動化する仕組み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取扱カテゴリ全体像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92608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TCG (PSA鑑定)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One Piece / Pokemon</a:t>
            </a:r>
            <a:br/>
            <a:r>
              <a:t>Dragon Ball / Gundam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</a:defRPr>
            </a:pPr>
            <a:r>
              <a:t>✅ 稼働中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188720"/>
            <a:ext cx="292608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アパレル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montbell / Porter</a:t>
            </a:r>
            <a:br/>
            <a:r>
              <a:t>UNIQLO 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</a:defRPr>
            </a:pPr>
            <a:r>
              <a:t>✅ 出品稼働</a:t>
            </a:r>
            <a:br/>
            <a:r>
              <a:t>🔧 スカウト未対応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188720"/>
            <a:ext cx="292608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G-SHOCK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CASIO G-SHOCK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</a:defRPr>
            </a:pPr>
            <a:r>
              <a:t>✅ 出品稼働</a:t>
            </a:r>
            <a:br/>
            <a:r>
              <a:t>🔧 スカウト未対応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188720"/>
            <a:ext cx="292608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一番くじ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フィギュア</a:t>
            </a:r>
            <a:br/>
            <a:r>
              <a:t>景品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926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</a:defRPr>
            </a:pPr>
            <a:r>
              <a:t>✅ 出品稼働</a:t>
            </a:r>
            <a:br/>
            <a:r>
              <a:t>🔧 スカウト未対応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全カテゴリ共通基盤: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6344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チェッカー (check_csv.py)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7091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タイトル・Item Specifics・送料バリデーション + AIレビュー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66359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GATE判定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21207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価格帯別の利益率・乖離率で GO/保留/NO-GO 自動判定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69279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eBay Browse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71499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競合価格取得・TOPセラーItem Specifics参考表示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27432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market_log.csv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全商品の市場データを蓄積（NO-GO含む）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TCG (PSA鑑定カード) フロー — 完全自動化済み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371600"/>
            <a:ext cx="256032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メルカリスカウト</a:t>
            </a:r>
            <a:br/>
            <a:r>
              <a:t>検索条件巡回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PSA10絞り込み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371600"/>
            <a:ext cx="2560320" cy="10972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Claude API</a:t>
            </a:r>
            <a:br/>
            <a:r>
              <a:t>PSA番号読取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画像からcert番号特定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1371600"/>
            <a:ext cx="2560320" cy="10972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公式DB</a:t>
            </a:r>
            <a:br/>
            <a:r>
              <a:t>Item Specifics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60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Pokemon / OP / DB / Gundam</a:t>
            </a:r>
            <a:br/>
            <a:r>
              <a:t>4ゲーム全対応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371600"/>
            <a:ext cx="210312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GATE判定</a:t>
            </a:r>
            <a:br/>
            <a:r>
              <a:t>価格設定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GO/保留/NO-GO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618720" y="1371600"/>
            <a:ext cx="1828800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CSV出力</a:t>
            </a:r>
            <a:br/>
            <a:r>
              <a:t>+ チェック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47472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公式データソース: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18288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One Piece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233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bandai_jp.py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0233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onepiece-cardgame.com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023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</a:defRPr>
            </a:pPr>
            <a:r>
              <a:t>Selenium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18288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Pokemon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434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pokemon_card_jp.py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434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pokemon-card.com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434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</a:defRPr>
            </a:pPr>
            <a:r>
              <a:t>Selenium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18288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Dragon Ball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846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bandai_tcg_plus.py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4846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api.bandai-tcg-plus.com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8463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</a:defRPr>
            </a:pPr>
            <a:r>
              <a:t>REST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182880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Gundam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5257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</a:defRPr>
            </a:pPr>
            <a:r>
              <a:t>bandai_tcg_plus.py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2578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api.bandai-tcg-plus.com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257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BC9C"/>
                </a:solidFill>
              </a:defRPr>
            </a:pPr>
            <a:r>
              <a:t>REST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アパレル / G-SHOCK / 一番くじ 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現在の仕組み (出品は稼働中):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商品管理シート</a:t>
            </a:r>
            <a:br/>
            <a:r>
              <a:t>(手動入力)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828800"/>
            <a:ext cx="27432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Claude API</a:t>
            </a:r>
            <a:br/>
            <a:r>
              <a:t>画像解析 →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828800"/>
            <a:ext cx="2286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GATE判定</a:t>
            </a:r>
            <a:br/>
            <a:r>
              <a:t>+ チェッカー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1828800"/>
            <a:ext cx="18288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eBay出品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</a:defRPr>
            </a:pPr>
            <a:r>
              <a:t>今後の姿 (スカウト対応後):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2743200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メルカリスカウト</a:t>
            </a:r>
            <a:br/>
            <a:r>
              <a:t>検索条件巡回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840480"/>
            <a:ext cx="2743200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Claude API</a:t>
            </a:r>
            <a:br/>
            <a:r>
              <a:t>型番・商品名読取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3840480"/>
            <a:ext cx="2286000" cy="7315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eBay照合</a:t>
            </a:r>
            <a:br/>
            <a:r>
              <a:t>GATE判定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3840480"/>
            <a:ext cx="1828800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自動出品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カテゴリ別の画像解析: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577840"/>
            <a:ext cx="18288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TCG (今)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5778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画像 → PSA番号読取 → PSAサイトで特定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5577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</a:defRPr>
            </a:pPr>
            <a:r>
              <a:t>✅ 稼働中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18288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アパレル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9893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画像 → ブランド+型番+サイズ読取 → eBay検索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5989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</a:defRPr>
            </a:pPr>
            <a:r>
              <a:t>🔧 開発予定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00800"/>
            <a:ext cx="18288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G-SHOCK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64008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画像 → 型番 (GA-2100等) 読取 → eBay検索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</a:defRPr>
            </a:pPr>
            <a:r>
              <a:t>🔧 開発予定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812279"/>
            <a:ext cx="1828800" cy="34747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一番くじ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812279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画像 → 景品名+キャラ名読取 → eBay検索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812279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39C12"/>
                </a:solidFill>
              </a:defRPr>
            </a:pPr>
            <a:r>
              <a:t>🔧 開発予定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GATE判定: 価格帯別パラメータ (全カテゴリ共通)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38328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価格帯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188720"/>
            <a:ext cx="338328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目標利益率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1188720"/>
            <a:ext cx="338328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許容乖離率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81359" y="1188720"/>
            <a:ext cx="338328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意味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$0-39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6916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6916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81359" y="16916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低単価 → 率を上げて手間に見合う利益確保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$40-100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19456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20-25%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19456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59" y="219456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中低価格 → 積極出品で量を稼ぐ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9748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$100-200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269748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69748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81359" y="269748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中価格 → 標準KPI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$200-300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20040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20040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81359" y="320040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中高価格 → 利益額は十分、率は緩和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0332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$300-500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70332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70332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20-25%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81359" y="370332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高価格 → 乖離を厳しく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$500+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2062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42062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10-15%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81359" y="4206240"/>
            <a:ext cx="338328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超高額 → 最も厳格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9C12"/>
                </a:solidFill>
              </a:defRPr>
            </a:pPr>
            <a:r>
              <a:t>出品判定:</a:t>
            </a:r>
            <a:br/>
            <a:r>
              <a:t>✅ GO (乖離≤0%) = 中央値x95%で出品  /  🟡 保留 (乖離≤許容%) = 目標価格で出品  /  ❌ NO-GO = CSV除外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メルカリスカウト: 仕入候補の自動発見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</a:defRPr>
            </a:pPr>
            <a:r>
              <a:t>初回テスト実績 (ワンピース PSA10):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・15件巡回 → PSA番号読取 14/15成功 (93%)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・eBayヒット 4件 → GO 3件 + 保留 1件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・最大利益: ¥60,290 (トラファルガー・ロー)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・画像解析コスト: 約¥24/回 (15件)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搭載機能: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Chromeプロファイル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657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メルカリログイン状態保持（パスキー対応）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41648"/>
            <a:ext cx="274320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PSA番号キャッシュ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041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同一商品の画像解析は1回だけ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425696"/>
            <a:ext cx="274320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スプシ重複チェック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2569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出品済み商品を自動スキップ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9744"/>
            <a:ext cx="274320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GOリストCSV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4809744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go_list.csv → 仕入候補一覧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93792"/>
            <a:ext cx="274320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certs_scout.txt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5193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psa_to_csv.pyに直接接続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2743200" cy="320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検索条件管理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577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search_urls.txtにURL追加するだけ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課題 &amp; 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</a:defRPr>
            </a:pPr>
            <a:r>
              <a:t>現在の課題: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2860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メルカリスカウト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645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TCG(PSA鑑定)のみ対応。アパレル/G-SHOCK/一番くじは未対応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57400"/>
            <a:ext cx="22860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Dragon Ball/Gundam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57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セットプレフィックス辞書が初期状態。新セット時に手動追加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22860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Pokemon辞書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468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英名→和名辞書が限定的。未知のポケモンで公式DB検索失敗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0360"/>
            <a:ext cx="22860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Finish/Attribute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803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Claude API依存。判定精度の検証が必要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228600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サイズチャート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918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衣類リスティングへの自動添付（GitHub画像アップロード待ち）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</a:defRPr>
            </a:pPr>
            <a:r>
              <a:t>ロードマップ: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228600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 (完了)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TCGリスティング全自動化 + メルカリスカウト(TCG)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74920"/>
            <a:ext cx="22860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 (次)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メルカリスカウトを全カテゴリ対応</a:t>
            </a:r>
            <a:br/>
            <a:r>
              <a:t>画像→型番/商品名読取の汎用化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69280"/>
            <a:ext cx="22860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715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Soldデータ連携（実売価格でGATE精度向上）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263640"/>
            <a:ext cx="22860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バイヤー質問対応の自動化</a:t>
            </a:r>
            <a:br/>
            <a:r>
              <a:t>商品DB → 回答案自動生成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858000"/>
            <a:ext cx="22860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903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全工程のワンコマンド化</a:t>
            </a:r>
            <a:br/>
            <a:r>
              <a:t>スカウト→仕入判断→出品→品質チェック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定量効果: Before →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0116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価格設定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188720"/>
            <a:ext cx="301752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全商品$100均一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325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301752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市場中央値x95%</a:t>
            </a:r>
            <a:br/>
            <a:r>
              <a:t>価格帯別利益率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188720"/>
            <a:ext cx="47548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同一5枚で¥17,867改善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0116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赤字チェック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377440"/>
            <a:ext cx="301752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なし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514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77440"/>
            <a:ext cx="301752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GATE判定で自動排除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2377440"/>
            <a:ext cx="47548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赤字出品ゼロ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20116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品質チェック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3566160"/>
            <a:ext cx="301752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Claudeに手動で聞く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703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566160"/>
            <a:ext cx="301752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自動バリデーション</a:t>
            </a:r>
            <a:br/>
            <a:r>
              <a:t>+ AIレビュー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3566160"/>
            <a:ext cx="47548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作業時間 50分→0分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20116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仕入発見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4754880"/>
            <a:ext cx="301752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手動でメルカリ検索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892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754880"/>
            <a:ext cx="301752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メルカリスカウト</a:t>
            </a:r>
            <a:br/>
            <a:r>
              <a:t>コマンド1発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4754880"/>
            <a:ext cx="47548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15件→GO 4件発見</a:t>
            </a:r>
            <a:br/>
            <a:r>
              <a:t>最大利益¥60,290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20116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Item Specifics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943600"/>
            <a:ext cx="301752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手動入力・空欄多数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6080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39C12"/>
                </a:solidFill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943600"/>
            <a:ext cx="301752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公式DB自動取得</a:t>
            </a:r>
            <a:br/>
            <a:r>
              <a:t>4ゲーム対応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5943600"/>
            <a:ext cx="4754880" cy="8229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根拠ある正確な値</a:t>
            </a:r>
            <a:br/>
            <a:r>
              <a:t>クレーム対策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